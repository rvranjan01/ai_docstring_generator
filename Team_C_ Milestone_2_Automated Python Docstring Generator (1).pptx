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58" r:id="rId5"/>
    <p:sldId id="257" r:id="rId6"/>
    <p:sldId id="268" r:id="rId7"/>
    <p:sldId id="264" r:id="rId8"/>
    <p:sldId id="269" r:id="rId9"/>
    <p:sldId id="270" r:id="rId10"/>
    <p:sldId id="274" r:id="rId11"/>
    <p:sldId id="273" r:id="rId12"/>
    <p:sldId id="266" r:id="rId13"/>
    <p:sldId id="275" r:id="rId14"/>
    <p:sldId id="267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8455" y="478790"/>
            <a:ext cx="9196070" cy="2696210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lang="en-IN" altLang="en-US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lt"/>
                <a:cs typeface="+mn-lt"/>
              </a:rPr>
              <a:t>Automated Python Docstring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12795"/>
            <a:ext cx="9144000" cy="1945005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altLang="en-US" sz="2000" b="1" dirty="0">
                <a:ln/>
                <a:solidFill>
                  <a:schemeClr val="accent3"/>
                </a:solidFill>
                <a:effectLst/>
              </a:rPr>
              <a:t>Submitted </a:t>
            </a:r>
            <a:r>
              <a:rPr lang="en-IN" altLang="en-US" sz="2000" b="1">
                <a:ln/>
                <a:solidFill>
                  <a:schemeClr val="accent3"/>
                </a:solidFill>
                <a:effectLst/>
              </a:rPr>
              <a:t>by- Team C</a:t>
            </a:r>
          </a:p>
          <a:p>
            <a:r>
              <a:rPr lang="en-IN" altLang="en-US" sz="2000" dirty="0" err="1">
                <a:ln/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Tinamoni</a:t>
            </a:r>
            <a:r>
              <a:rPr lang="en-IN" altLang="en-US" sz="2000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Sonowal                                                                                     Ranjan Kumar Verma</a:t>
            </a:r>
          </a:p>
          <a:p>
            <a:pPr algn="r"/>
            <a:r>
              <a:rPr lang="en-IN" altLang="en-US" sz="2000" dirty="0">
                <a:ln/>
                <a:solidFill>
                  <a:schemeClr val="tx1">
                    <a:lumMod val="65000"/>
                    <a:lumOff val="35000"/>
                  </a:schemeClr>
                </a:solidFill>
              </a:rPr>
              <a:t>Karla Mounika                                                                                                                 Pavan Sai</a:t>
            </a:r>
          </a:p>
          <a:p>
            <a:endParaRPr lang="en-IN" altLang="en-US" sz="2000" dirty="0">
              <a:ln/>
              <a:solidFill>
                <a:schemeClr val="accent3"/>
              </a:solidFill>
              <a:effectLst/>
            </a:endParaRPr>
          </a:p>
          <a:p>
            <a:endParaRPr lang="en-IN" altLang="en-US" sz="200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4" name="Flowchart: Alternate Process 3"/>
          <p:cNvSpPr/>
          <p:nvPr/>
        </p:nvSpPr>
        <p:spPr>
          <a:xfrm>
            <a:off x="5243195" y="476250"/>
            <a:ext cx="1705610" cy="426085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GB" b="1" dirty="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Rockwell Condensed" panose="02060603050405020104" charset="0"/>
                <a:cs typeface="Rockwell Condensed" panose="02060603050405020104" charset="0"/>
              </a:rPr>
              <a:t>Milestone 2</a:t>
            </a:r>
            <a:endParaRPr lang="en-IN" altLang="en-GB" dirty="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Rockwell Condensed" panose="02060603050405020104" charset="0"/>
              <a:cs typeface="Rockwell Condensed" panose="02060603050405020104" charset="0"/>
            </a:endParaRPr>
          </a:p>
        </p:txBody>
      </p:sp>
      <p:pic>
        <p:nvPicPr>
          <p:cNvPr id="6" name="Picture 5" descr="pytho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978" y="1040130"/>
            <a:ext cx="544830" cy="544830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2114550" y="5357495"/>
            <a:ext cx="8309610" cy="1040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pic>
        <p:nvPicPr>
          <p:cNvPr id="8" name="Picture 7" descr="github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830" y="5694045"/>
            <a:ext cx="367030" cy="36703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1608455" y="5367020"/>
            <a:ext cx="9321165" cy="1133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2256790" y="5579745"/>
            <a:ext cx="6720205" cy="30670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IN" altLang="en-GB" sz="1400" b="1"/>
              <a:t>Repository URL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2256790" y="5886450"/>
            <a:ext cx="4283969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dirty="0">
                <a:latin typeface="Bodoni MT Condensed" panose="02070606080606020203" charset="0"/>
                <a:cs typeface="Bodoni MT Condensed" panose="02070606080606020203" charset="0"/>
              </a:rPr>
              <a:t>https://github.com/rvranjan01/ai_docstring_generator.git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0705"/>
            <a:ext cx="10515600" cy="835660"/>
          </a:xfrm>
        </p:spPr>
        <p:txBody>
          <a:bodyPr/>
          <a:lstStyle/>
          <a:p>
            <a:r>
              <a:rPr lang="en-IN" altLang="en-GB"/>
              <a:t>    </a:t>
            </a:r>
            <a:r>
              <a:rPr lang="en-IN" altLang="en-GB" u="sng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Content</a:t>
            </a:r>
          </a:p>
        </p:txBody>
      </p:sp>
      <p:pic>
        <p:nvPicPr>
          <p:cNvPr id="4" name="Content Placeholder 3" descr="conten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755" y="732790"/>
            <a:ext cx="610235" cy="4641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06120" y="1196975"/>
            <a:ext cx="6109970" cy="34899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Technology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Backend Deep Dive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Frontend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Frontend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Output/Results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Potential future Enhancement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8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IN" altLang="en-GB" b="1" u="sng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585"/>
            <a:ext cx="9084945" cy="4749696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marL="0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This project is a full-stack application that automatically generates Google-style docstring for python code. It processes uploaded .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py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 files, uses AI models to analyze functions, and inserts accurate docstrings back into the code. The solution saves developer time, ensures consistent documentation , improves code readability, and showcases the use of modern technologies like 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FastAPI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, AST parsing, and AI language models.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b="1" u="sng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645650" cy="4351655"/>
          </a:xfrm>
        </p:spPr>
        <p:txBody>
          <a:bodyPr>
            <a:normAutofit/>
          </a:bodyPr>
          <a:lstStyle/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Time-Consuming Documentation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Inconsistent and Low-Quality Docstrings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Poor Maintainability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Developer Productivity Loss</a:t>
            </a:r>
          </a:p>
          <a:p>
            <a:endParaRPr lang="en-US" altLang="en-GB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b="1" u="sng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263380" cy="4351655"/>
          </a:xfrm>
        </p:spPr>
        <p:txBody>
          <a:bodyPr>
            <a:normAutofit/>
          </a:bodyPr>
          <a:lstStyle/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Automate google style docstring generation 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Reduce Manual documentation effort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Ensure consistent documentation format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Improve code readability and understanding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7FF6FE3-7D85-B897-38F0-8BABB74F2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Google-style docstring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b="1" u="sng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+mn-ea"/>
              </a:rPr>
              <a:t>System Architecture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592"/>
            <a:ext cx="10515600" cy="5458407"/>
          </a:xfrm>
        </p:spPr>
        <p:txBody>
          <a:bodyPr>
            <a:normAutofit fontScale="85000" lnSpcReduction="20000"/>
            <a:scene3d>
              <a:camera prst="orthographicFront"/>
              <a:lightRig rig="threePt" dir="t"/>
            </a:scene3d>
          </a:bodyPr>
          <a:lstStyle/>
          <a:p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ai_docstring_generator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/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├backend/                # 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FastAPI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server and AI logic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│   ├ai_engine.py    # Gemini/OpenAI integration &amp; prompt logic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│   ├ main.py           # 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FastAPI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application with upload endpoint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│   ├ parser.py         # AST-based Python parser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│    └─ requirements.txt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├ frontend/               # Simple HTML/JS UI for file upload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│   ├ index.html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│   ├ script.js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│    └ style.css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├ func.py                  # sample arithmetic script (demo purposes)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├ hi.py                       # empty placeholder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├ test.txt                   # miscellaneous/test data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└ README.md          # this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b="1" u="sng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Backend: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Python 3.10+ : Core language.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FastAPI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: Modern, fast (high-performance) web framework for building APIs.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Uvicorn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: ASGI server for running 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FastAPI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.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AST module : Python's built-in Abstract Syntax Tree module for code parsing.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Hugging Face / OpenAI API : For AI-powered docstring generation.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Python-</a:t>
            </a:r>
            <a:r>
              <a:rPr lang="en-US" altLang="en-GB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dotenv</a:t>
            </a: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: For managing environment variables (API keys).</a:t>
            </a: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Frontend: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HTML5 : Structure of the web page.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CSS3 : Styling.</a:t>
            </a:r>
          </a:p>
          <a:p>
            <a:pPr marL="457200" lvl="1" indent="0">
              <a:buNone/>
            </a:pPr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JavaScript (ES6+) : Client-side logic for file upload, API calls, and UI updates.</a:t>
            </a:r>
            <a:endParaRPr lang="en-IN" altLang="en-US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77078" y="0"/>
            <a:ext cx="9638522" cy="61582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altLang="en-GB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IN" altLang="en-GB" sz="3200" b="1" u="sng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Backend Deep Dive</a:t>
            </a:r>
          </a:p>
          <a:p>
            <a:pPr marL="0" indent="0">
              <a:buNone/>
            </a:pPr>
            <a:endParaRPr lang="en-IN" altLang="en-GB" sz="3200" b="1" u="sng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main.py (</a:t>
            </a:r>
            <a:r>
              <a:rPr lang="en-IN" altLang="en-US" sz="3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FastAPI</a:t>
            </a:r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Application) :</a:t>
            </a:r>
          </a:p>
          <a:p>
            <a:pPr marL="457200" lvl="1" indent="0">
              <a:buNone/>
            </a:pPr>
            <a:r>
              <a:rPr lang="en-IN" altLang="en-US" sz="26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 	- Defines the /upload endpoint.</a:t>
            </a:r>
          </a:p>
          <a:p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parser.py (AST-based Python Parser) :</a:t>
            </a:r>
          </a:p>
          <a:p>
            <a:pPr marL="457200" lvl="1" indent="0">
              <a:buNone/>
            </a:pPr>
            <a:r>
              <a:rPr lang="en-IN" altLang="en-US" sz="26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 	</a:t>
            </a:r>
            <a:r>
              <a:rPr lang="en-US" altLang="en-US" sz="26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- Uses Python's </a:t>
            </a:r>
            <a:r>
              <a:rPr lang="en-US" altLang="en-US" sz="26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ast</a:t>
            </a:r>
            <a:r>
              <a:rPr lang="en-US" altLang="en-US" sz="26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module to analyze the uploaded code.</a:t>
            </a:r>
            <a:endParaRPr lang="en-IN" altLang="en-US" sz="260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ai_engine.py (AI Integration) :</a:t>
            </a:r>
          </a:p>
          <a:p>
            <a:pPr marL="457200" lvl="1" indent="0">
              <a:buNone/>
            </a:pPr>
            <a:r>
              <a:rPr lang="en-IN" altLang="en-US" sz="26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	- Connects  </a:t>
            </a:r>
            <a:r>
              <a:rPr lang="en-US" altLang="en-US" sz="26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to OpenAI API. </a:t>
            </a:r>
          </a:p>
          <a:p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code_inserter.py (Docstring Insertion) :</a:t>
            </a:r>
          </a:p>
          <a:p>
            <a:pPr marL="0" indent="0">
              <a:buNone/>
            </a:pPr>
            <a:r>
              <a:rPr lang="en-IN" altLang="en-US" sz="26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- Takes the original code and generated docstrings.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95059" y="540968"/>
            <a:ext cx="9509994" cy="56642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IN" altLang="en-GB" sz="2800" b="1" u="sng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Frontend Overview-</a:t>
            </a:r>
            <a:endParaRPr lang="en-IN" altLang="en-US" sz="30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Index.html :</a:t>
            </a:r>
          </a:p>
          <a:p>
            <a:pPr lvl="1"/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Provide a simple drag and drop or click to upload 	interface for python file.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Script.js :</a:t>
            </a:r>
          </a:p>
          <a:p>
            <a:pPr lvl="1"/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Handles user interactions (file selection, frag-and-	drop).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Style.css :</a:t>
            </a:r>
          </a:p>
          <a:p>
            <a:pPr lvl="1"/>
            <a:r>
              <a:rPr lang="en-IN" altLang="en-US" sz="3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Basic styling for a clean and functional user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0E42-56DA-477F-EC6B-D1D5F786D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8581"/>
            <a:ext cx="9144000" cy="671803"/>
          </a:xfrm>
        </p:spPr>
        <p:txBody>
          <a:bodyPr>
            <a:normAutofit fontScale="90000"/>
          </a:bodyPr>
          <a:lstStyle/>
          <a:p>
            <a:pPr algn="l"/>
            <a:r>
              <a:rPr lang="en-IN" altLang="en-GB" b="1" u="sng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Frontend UI-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81CBE-993C-632B-FFB7-25AE911B2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34278"/>
            <a:ext cx="9144000" cy="4572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B9DE6-6F9D-6EE1-0CEA-54C86F982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" y="1156995"/>
            <a:ext cx="11010123" cy="540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39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D0E9-5D83-3587-ADBD-FB7BB2BCE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315"/>
            <a:ext cx="10515600" cy="1119673"/>
          </a:xfrm>
        </p:spPr>
        <p:txBody>
          <a:bodyPr/>
          <a:lstStyle/>
          <a:p>
            <a:r>
              <a:rPr lang="en-IN" altLang="en-GB" b="1" u="sng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Output-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CCEB9F-2D21-4D8E-CFBA-2C0F4EB0D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933062"/>
            <a:ext cx="8884298" cy="592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57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b="1" u="sng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Results-</a:t>
            </a:r>
            <a:endParaRPr lang="en-IN" altLang="en-GB" dirty="0"/>
          </a:p>
        </p:txBody>
      </p:sp>
      <p:pic>
        <p:nvPicPr>
          <p:cNvPr id="5" name="Content Placeholder 4" descr="Screenshot 2026-02-18 14095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7220"/>
            <a:ext cx="3095625" cy="1781175"/>
          </a:xfrm>
          <a:prstGeom prst="rect">
            <a:avLst/>
          </a:prstGeom>
        </p:spPr>
      </p:pic>
      <p:graphicFrame>
        <p:nvGraphicFramePr>
          <p:cNvPr id="4" name="Table 3"/>
          <p:cNvGraphicFramePr/>
          <p:nvPr/>
        </p:nvGraphicFramePr>
        <p:xfrm>
          <a:off x="838200" y="1497330"/>
          <a:ext cx="8533130" cy="389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GB"/>
                        <a:t>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5" descr="Screenshot 2026-02-18 141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765" y="1887220"/>
            <a:ext cx="3648710" cy="49707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02FC-087A-8A43-5627-16093B28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43345"/>
          </a:xfrm>
        </p:spPr>
        <p:txBody>
          <a:bodyPr/>
          <a:lstStyle/>
          <a:p>
            <a:r>
              <a:rPr lang="en-IN" altLang="en-GB" b="1" u="sng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Future Enhancements-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906898-A92F-ABD7-1B06-013410624A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8470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normalizeH="0" baseline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en-GB" sz="2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Support multiple AI/LLM models.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GB" sz="2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GB" sz="2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 Enable different docstring styles(Google, </a:t>
            </a:r>
            <a:r>
              <a:rPr lang="en-US" altLang="en-GB" sz="20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numpy</a:t>
            </a:r>
            <a:r>
              <a:rPr lang="en-US" altLang="en-GB" sz="2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, </a:t>
            </a:r>
            <a:r>
              <a:rPr lang="en-US" altLang="en-GB" sz="20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etc</a:t>
            </a:r>
            <a:r>
              <a:rPr lang="en-US" altLang="en-GB" sz="2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GB" sz="2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GB" sz="2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Improve AI error handling and feedback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GB" sz="2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GB" sz="2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Add automatic type-hint inference.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GB" sz="2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GB" sz="2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Enhance frontend with code editor and syntax highlighting.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GB" sz="2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GB" sz="2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</a:rPr>
              <a:t>Implement testing and CI/CD pipeline.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GB" sz="1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04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b="1" u="sng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Conclusion-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Automates Python docstrings with AI, saving developer time.</a:t>
            </a:r>
          </a:p>
          <a:p>
            <a:endParaRPr lang="en-US" altLang="en-GB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Enforces Google-style consistency for clearer, maintainable code.</a:t>
            </a:r>
          </a:p>
          <a:p>
            <a:endParaRPr lang="en-US" altLang="en-GB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altLang="en-GB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Preserves code logic while improving readability and onboarding.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250003" y="2898813"/>
            <a:ext cx="406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 sz="60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627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Bodoni MT Condensed</vt:lpstr>
      <vt:lpstr>Calibri</vt:lpstr>
      <vt:lpstr>Calibri Light</vt:lpstr>
      <vt:lpstr>Rockwell Condensed</vt:lpstr>
      <vt:lpstr>Wingdings</vt:lpstr>
      <vt:lpstr>Office Theme</vt:lpstr>
      <vt:lpstr>Automated Python Docstring Generator</vt:lpstr>
      <vt:lpstr>    Content</vt:lpstr>
      <vt:lpstr>Introduction</vt:lpstr>
      <vt:lpstr>Problem Statement</vt:lpstr>
      <vt:lpstr>Objectives</vt:lpstr>
      <vt:lpstr>System Architecture</vt:lpstr>
      <vt:lpstr>Technology Used</vt:lpstr>
      <vt:lpstr>PowerPoint Presentation</vt:lpstr>
      <vt:lpstr>PowerPoint Presentation</vt:lpstr>
      <vt:lpstr>Frontend UI-</vt:lpstr>
      <vt:lpstr>Output-</vt:lpstr>
      <vt:lpstr>Results-</vt:lpstr>
      <vt:lpstr>Future Enhancements-</vt:lpstr>
      <vt:lpstr>Conclusion-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Tinamoni Sonowal</dc:creator>
  <cp:lastModifiedBy>Ranjan Kumar</cp:lastModifiedBy>
  <cp:revision>9</cp:revision>
  <dcterms:created xsi:type="dcterms:W3CDTF">2025-07-23T00:59:00Z</dcterms:created>
  <dcterms:modified xsi:type="dcterms:W3CDTF">2026-03-02T14:59:54Z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3EB900BB02F244DCBBE9B6250F01CD77_11</vt:lpwstr>
  </property>
  <property fmtid="{D5CDD505-2E9C-101B-9397-08002B2CF9AE}" pid="3" name="KSOProductBuildVer">
    <vt:lpwstr>2057-12.2.0.23197</vt:lpwstr>
  </property>
</Properties>
</file>